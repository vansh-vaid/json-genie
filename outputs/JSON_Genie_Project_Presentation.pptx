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1102d089314c00" /><Relationship Type="http://schemas.openxmlformats.org/officeDocument/2006/relationships/extended-properties" Target="/docProps/app.xml" Id="Rc5abe0ba57074033" /><Relationship Type="http://schemas.openxmlformats.org/officeDocument/2006/relationships/officeDocument" Target="/ppt/presentation.xml" Id="R999fe239d0f2452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528a501e2d34eb1"/>
  </p:sldMasterIdLst>
  <p:notesMasterIdLst>
    <p:notesMasterId xmlns:r="http://schemas.openxmlformats.org/officeDocument/2006/relationships" r:id="R8616d6418d4b4793"/>
  </p:notesMasterIdLst>
  <p:sldIdLst>
    <p:sldId xmlns:r="http://schemas.openxmlformats.org/officeDocument/2006/relationships" id="256" r:id="Re1cf07c6734c4e8a"/>
    <p:sldId xmlns:r="http://schemas.openxmlformats.org/officeDocument/2006/relationships" id="257" r:id="R0f3258736e5845be"/>
    <p:sldId xmlns:r="http://schemas.openxmlformats.org/officeDocument/2006/relationships" id="258" r:id="Re1d922c27e494b1f"/>
    <p:sldId xmlns:r="http://schemas.openxmlformats.org/officeDocument/2006/relationships" id="259" r:id="R9ef193beff994c7c"/>
    <p:sldId xmlns:r="http://schemas.openxmlformats.org/officeDocument/2006/relationships" id="260" r:id="R1bc38d38f11d44df"/>
    <p:sldId xmlns:r="http://schemas.openxmlformats.org/officeDocument/2006/relationships" id="261" r:id="Ra510c50669b14434"/>
    <p:sldId xmlns:r="http://schemas.openxmlformats.org/officeDocument/2006/relationships" id="262" r:id="Rcb32ebaff4814a34"/>
    <p:sldId xmlns:r="http://schemas.openxmlformats.org/officeDocument/2006/relationships" id="263" r:id="R5c9c513be2304850"/>
    <p:sldId xmlns:r="http://schemas.openxmlformats.org/officeDocument/2006/relationships" id="264" r:id="R5583fe8a2eed4511"/>
    <p:sldId xmlns:r="http://schemas.openxmlformats.org/officeDocument/2006/relationships" id="265" r:id="Rd281a8b07ddb483f"/>
    <p:sldId xmlns:r="http://schemas.openxmlformats.org/officeDocument/2006/relationships" id="266" r:id="Rf67e0916b0d64aef"/>
    <p:sldId xmlns:r="http://schemas.openxmlformats.org/officeDocument/2006/relationships" id="267" r:id="Re0cd0d6305664d74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4cfce129ba194d03"/>
      <p:bold xmlns:r="http://schemas.openxmlformats.org/officeDocument/2006/relationships" r:id="R55eaba7ae0e14662"/>
      <p:italic xmlns:r="http://schemas.openxmlformats.org/officeDocument/2006/relationships" r:id="R879c507f1e924a80"/>
      <p:boldItalic xmlns:r="http://schemas.openxmlformats.org/officeDocument/2006/relationships" r:id="R76dcc744ca8d480a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d2803c27b4e31" /><Relationship Type="http://schemas.openxmlformats.org/officeDocument/2006/relationships/slideMaster" Target="/ppt/slideMasters/slideMaster1.xml" Id="R5528a501e2d34eb1" /><Relationship Type="http://schemas.openxmlformats.org/officeDocument/2006/relationships/notesMaster" Target="/ppt/notesMasters/notesMaster1.xml" Id="R8616d6418d4b4793" /><Relationship Type="http://schemas.openxmlformats.org/officeDocument/2006/relationships/presProps" Target="/ppt/presProps.xml" Id="R58f7bf084acd42f2" /><Relationship Type="http://schemas.openxmlformats.org/officeDocument/2006/relationships/viewProps" Target="/ppt/viewProps.xml" Id="R612968f2f0e241c4" /><Relationship Type="http://schemas.openxmlformats.org/officeDocument/2006/relationships/tableStyles" Target="/ppt/tableStyles.xml" Id="Rdfc6615018564f9c" /><Relationship Type="http://schemas.openxmlformats.org/officeDocument/2006/relationships/font" Target="/ppt/fonts/font.dat" Id="R4cfce129ba194d03" /><Relationship Type="http://schemas.openxmlformats.org/officeDocument/2006/relationships/font" Target="/ppt/fonts/font2.dat" Id="R55eaba7ae0e14662" /><Relationship Type="http://schemas.openxmlformats.org/officeDocument/2006/relationships/font" Target="/ppt/fonts/font3.dat" Id="R879c507f1e924a80" /><Relationship Type="http://schemas.openxmlformats.org/officeDocument/2006/relationships/font" Target="/ppt/fonts/font4.dat" Id="R76dcc744ca8d480a" /><Relationship Type="http://schemas.openxmlformats.org/officeDocument/2006/relationships/slide" Target="/ppt/slides/slide1.xml" Id="Re1cf07c6734c4e8a" /><Relationship Type="http://schemas.openxmlformats.org/officeDocument/2006/relationships/slide" Target="/ppt/slides/slide2.xml" Id="R0f3258736e5845be" /><Relationship Type="http://schemas.openxmlformats.org/officeDocument/2006/relationships/slide" Target="/ppt/slides/slide3.xml" Id="Re1d922c27e494b1f" /><Relationship Type="http://schemas.openxmlformats.org/officeDocument/2006/relationships/slide" Target="/ppt/slides/slide4.xml" Id="R9ef193beff994c7c" /><Relationship Type="http://schemas.openxmlformats.org/officeDocument/2006/relationships/slide" Target="/ppt/slides/slide5.xml" Id="R1bc38d38f11d44df" /><Relationship Type="http://schemas.openxmlformats.org/officeDocument/2006/relationships/slide" Target="/ppt/slides/slide6.xml" Id="Ra510c50669b14434" /><Relationship Type="http://schemas.openxmlformats.org/officeDocument/2006/relationships/slide" Target="/ppt/slides/slide7.xml" Id="Rcb32ebaff4814a34" /><Relationship Type="http://schemas.openxmlformats.org/officeDocument/2006/relationships/slide" Target="/ppt/slides/slide8.xml" Id="R5c9c513be2304850" /><Relationship Type="http://schemas.openxmlformats.org/officeDocument/2006/relationships/slide" Target="/ppt/slides/slide9.xml" Id="R5583fe8a2eed4511" /><Relationship Type="http://schemas.openxmlformats.org/officeDocument/2006/relationships/slide" Target="/ppt/slides/slide10.xml" Id="Rd281a8b07ddb483f" /><Relationship Type="http://schemas.openxmlformats.org/officeDocument/2006/relationships/slide" Target="/ppt/slides/slide11.xml" Id="Rf67e0916b0d64aef" /><Relationship Type="http://schemas.openxmlformats.org/officeDocument/2006/relationships/slide" Target="/ppt/slides/slide12.xml" Id="Re0cd0d630566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65f124f3f44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676dc75654980" /><Relationship Type="http://schemas.openxmlformats.org/officeDocument/2006/relationships/notesMaster" Target="/ppt/notesMasters/notesMaster1.xml" Id="R72d65e13add7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0b4f113e54d96" /><Relationship Type="http://schemas.openxmlformats.org/officeDocument/2006/relationships/notesMaster" Target="/ppt/notesMasters/notesMaster1.xml" Id="Rf6c950be750346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bc866faa284d95" /><Relationship Type="http://schemas.openxmlformats.org/officeDocument/2006/relationships/notesMaster" Target="/ppt/notesMasters/notesMaster1.xml" Id="R447ac2d5dab0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5636355d924f7b" /><Relationship Type="http://schemas.openxmlformats.org/officeDocument/2006/relationships/notesMaster" Target="/ppt/notesMasters/notesMaster1.xml" Id="Rfb14da2a1a76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7ae6e45b254309" /><Relationship Type="http://schemas.openxmlformats.org/officeDocument/2006/relationships/notesMaster" Target="/ppt/notesMasters/notesMaster1.xml" Id="Rb1e7bf1ffe31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c845667634b43" /><Relationship Type="http://schemas.openxmlformats.org/officeDocument/2006/relationships/notesMaster" Target="/ppt/notesMasters/notesMaster1.xml" Id="R1b206313ee80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7b65d53244c12" /><Relationship Type="http://schemas.openxmlformats.org/officeDocument/2006/relationships/notesMaster" Target="/ppt/notesMasters/notesMaster1.xml" Id="R445b4d40887e4a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96972c8ce4b86" /><Relationship Type="http://schemas.openxmlformats.org/officeDocument/2006/relationships/notesMaster" Target="/ppt/notesMasters/notesMaster1.xml" Id="R164c433aad8149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b0c26a267d4e91" /><Relationship Type="http://schemas.openxmlformats.org/officeDocument/2006/relationships/notesMaster" Target="/ppt/notesMasters/notesMaster1.xml" Id="Rb7aa18f369fa40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ffc28103084c75" /><Relationship Type="http://schemas.openxmlformats.org/officeDocument/2006/relationships/notesMaster" Target="/ppt/notesMasters/notesMaster1.xml" Id="Ra0e3aa5205864e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da6f0f172f467f" /><Relationship Type="http://schemas.openxmlformats.org/officeDocument/2006/relationships/notesMaster" Target="/ppt/notesMasters/notesMaster1.xml" Id="R6a3babab686b43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516e8f828b4718" /><Relationship Type="http://schemas.openxmlformats.org/officeDocument/2006/relationships/notesMaster" Target="/ppt/notesMasters/notesMaster1.xml" Id="R56d5c66e16ea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88b7065384a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8d888dc0c4a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ff0b3d17b40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96919eaa747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33ed6191146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26906b34947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383291abb4b0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3422c5776478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e167c57a442a6" /><Relationship Type="http://schemas.openxmlformats.org/officeDocument/2006/relationships/slideLayout" Target="/ppt/slideLayouts/slideLayout1.xml" Id="R704a0ecefa8f49b5" /><Relationship Type="http://schemas.openxmlformats.org/officeDocument/2006/relationships/slideLayout" Target="/ppt/slideLayouts/slideLayout2.xml" Id="Rfb4ffab8c89a487b" /><Relationship Type="http://schemas.openxmlformats.org/officeDocument/2006/relationships/slideLayout" Target="/ppt/slideLayouts/slideLayout3.xml" Id="R7d3f9531a6f54f04" /><Relationship Type="http://schemas.openxmlformats.org/officeDocument/2006/relationships/slideLayout" Target="/ppt/slideLayouts/slideLayout4.xml" Id="R632e93810e7240e3" /><Relationship Type="http://schemas.openxmlformats.org/officeDocument/2006/relationships/slideLayout" Target="/ppt/slideLayouts/slideLayout5.xml" Id="R94d2a4db213d4c35" /><Relationship Type="http://schemas.openxmlformats.org/officeDocument/2006/relationships/slideLayout" Target="/ppt/slideLayouts/slideLayout6.xml" Id="Re94ca25172d14126" /><Relationship Type="http://schemas.openxmlformats.org/officeDocument/2006/relationships/slideLayout" Target="/ppt/slideLayouts/slideLayout7.xml" Id="R4bb6f8a98eb8489d" /><Relationship Type="http://schemas.openxmlformats.org/officeDocument/2006/relationships/slideLayout" Target="/ppt/slideLayouts/slideLayout8.xml" Id="R91b3a73ece5041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a0ecefa8f49b5"/>
    <p:sldLayoutId xmlns:r="http://schemas.openxmlformats.org/officeDocument/2006/relationships" id="2147483650" r:id="Rfb4ffab8c89a487b"/>
    <p:sldLayoutId xmlns:r="http://schemas.openxmlformats.org/officeDocument/2006/relationships" id="2147483651" r:id="R7d3f9531a6f54f04"/>
    <p:sldLayoutId xmlns:r="http://schemas.openxmlformats.org/officeDocument/2006/relationships" id="2147483652" r:id="R632e93810e7240e3"/>
    <p:sldLayoutId xmlns:r="http://schemas.openxmlformats.org/officeDocument/2006/relationships" id="2147483653" r:id="R94d2a4db213d4c35"/>
    <p:sldLayoutId xmlns:r="http://schemas.openxmlformats.org/officeDocument/2006/relationships" id="2147483654" r:id="Re94ca25172d14126"/>
    <p:sldLayoutId xmlns:r="http://schemas.openxmlformats.org/officeDocument/2006/relationships" id="2147483655" r:id="R4bb6f8a98eb8489d"/>
    <p:sldLayoutId xmlns:r="http://schemas.openxmlformats.org/officeDocument/2006/relationships" id="2147483656" r:id="R91b3a73ece50414c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28e7a399e44cd" /><Relationship Type="http://schemas.openxmlformats.org/officeDocument/2006/relationships/image" Target="/ppt/media/image.png" Id="Ra9932a0483444262" /><Relationship Type="http://schemas.openxmlformats.org/officeDocument/2006/relationships/notesSlide" Target="/ppt/notesSlides/notesSlide1.xml" Id="Rf42e6d241eff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60e429690470c" /><Relationship Type="http://schemas.openxmlformats.org/officeDocument/2006/relationships/notesSlide" Target="/ppt/notesSlides/notesSlide2.xml" Id="R9999bfb16b3a47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35689ef0d4c0f" /><Relationship Type="http://schemas.openxmlformats.org/officeDocument/2006/relationships/notesSlide" Target="/ppt/notesSlides/notesSlide3.xml" Id="R50da242ec361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b449ea8d34fd1" /><Relationship Type="http://schemas.openxmlformats.org/officeDocument/2006/relationships/notesSlide" Target="/ppt/notesSlides/notesSlide4.xml" Id="Recf745daa0fb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4f49e0f8246c0" /><Relationship Type="http://schemas.openxmlformats.org/officeDocument/2006/relationships/notesSlide" Target="/ppt/notesSlides/notesSlide5.xml" Id="Rc34876b7d194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27fd6a0fb4328" /><Relationship Type="http://schemas.openxmlformats.org/officeDocument/2006/relationships/notesSlide" Target="/ppt/notesSlides/notesSlide6.xml" Id="R42ed1ed981ac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e79e040f94a80" /><Relationship Type="http://schemas.openxmlformats.org/officeDocument/2006/relationships/notesSlide" Target="/ppt/notesSlides/notesSlide7.xml" Id="Radc0af0b794a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4c805a25f424c" /><Relationship Type="http://schemas.openxmlformats.org/officeDocument/2006/relationships/notesSlide" Target="/ppt/notesSlides/notesSlide8.xml" Id="R4b1f80be5cc04f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8244332474e0f" /><Relationship Type="http://schemas.openxmlformats.org/officeDocument/2006/relationships/notesSlide" Target="/ppt/notesSlides/notesSlide9.xml" Id="Re565cb35706342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84fb8754d455e" /><Relationship Type="http://schemas.openxmlformats.org/officeDocument/2006/relationships/notesSlide" Target="/ppt/notesSlides/notesSlide10.xml" Id="Racbf493dc26e40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e1218ee794db2" /><Relationship Type="http://schemas.openxmlformats.org/officeDocument/2006/relationships/notesSlide" Target="/ppt/notesSlides/notesSlide11.xml" Id="Rc058c4cf20334a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1de80a7ca4001" /><Relationship Type="http://schemas.openxmlformats.org/officeDocument/2006/relationships/notesSlide" Target="/ppt/notesSlides/notesSlide12.xml" Id="Rb5c7e08fc55943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>
                <a:solidFill>
                  <a:srgbClr val="F5F5F5"/>
                </a:solidFill>
              </a:rPr>
              <a:t>JSON Genie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5F5F5"/>
                </a:solidFill>
              </a:rPr>
              <a:t>Turning everyday text into</a:t>
            </a:r>
          </a:p>
          <a:p xmlns:a="http://schemas.openxmlformats.org/drawingml/2006/main">
            <a:r>
              <a:rPr sz="1800">
                <a:solidFill>
                  <a:srgbClr val="F5F5F5"/>
                </a:solidFill>
              </a:rPr>
              <a:t>dependable, inspectable JSON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rgbClr val="F5F5F5"/>
                </a:solidFill>
              </a:rPr>
              <a:t>PROJECT PRESENTATION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32a0483444262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rgbClr val="F5F5F5"/>
                </a:solidFill>
              </a:rPr>
              <a:t>Raw text, resolved</a:t>
            </a:r>
          </a:p>
          <a:p xmlns:a="http://schemas.openxmlformats.org/drawingml/2006/main">
            <a:r>
              <a:rPr sz="7200">
                <a:solidFill>
                  <a:srgbClr val="F5F5F5"/>
                </a:solidFill>
              </a:rPr>
              <a:t>into review-ready data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rgbClr val="F5F5F5"/>
                </a:solidFill>
              </a:rPr>
              <a:t>JSON GENIE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F5F5F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rPr>
                <a:solidFill>
                  <a:srgbClr val="F5F5F5"/>
                </a:solidFill>
              </a:rPr>
              <a:t>03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One visible path from source text to usable JSON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Paste any raw text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Choose or define a schema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Extract values with Gemini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each field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Review, copy, or download JSON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A customer email, invoice, or job post may contain the information a system needs—but scattered across prose, formats, and assumptions.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F9970F6C-59B2-055B-5132-2DC31A7003A7}" type="slidenum">
              <a:rPr>
                <a:solidFill>
                  <a:srgbClr val="F5F5F5"/>
                </a:solidFill>
              </a:rPr>
              <a:t>04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Unstructured text is rich in detail but difficult to use reliably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JSON Genie gives that information a schema before it becomes an output. The result is easier to inspect, reuse, and trust.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370F4AC-E6D1-01EE-6732-05F7C8E78B55}" type="slidenum">
              <a:rPr>
                <a:solidFill>
                  <a:srgbClr val="F5F5F5"/>
                </a:solidFill>
              </a:rPr>
              <a:t>05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Three ready-made schemas make common extraction work immediate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Invoice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Vendor, reference number, total, due date, and line items.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Job posting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Title, company, location, salary range, and skills.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Email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Sender, subject, intent, and follow-up action items.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9BFB0FA-5DC7-50DB-D53A-0B6D0E34987E}" type="slidenum">
              <a:rPr>
                <a:solidFill>
                  <a:srgbClr val="F5F5F5"/>
                </a:solidFill>
              </a:rPr>
              <a:t>06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Custom schemas keep the product useful beyond preset workflows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Define fields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Name exactly what matters to your workflow.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Set data types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Use strings, numbers, dates, booleans, or lists.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Mark requirements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Make important fields explicit before extraction.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1C5B3A8-B30B-D205-8921-516C108AB9AB}" type="slidenum">
              <a:rPr>
                <a:solidFill>
                  <a:srgbClr val="F5F5F5"/>
                </a:solidFill>
              </a:rPr>
              <a:t>07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Extraction is designed to be visible and reviewable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Source stays in 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The original text remains beside the resolved fields.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Schema is explicit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A compact preview makes the extraction target clear.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Results are inspectable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Switch between field-level review and raw JSON.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 Medium"/>
                <a:ea typeface="Helvetica Neue Medium"/>
                <a:cs typeface="Helvetica Neue Medium"/>
              </a:rPr>
              <a:t>JSON Genie is not a black box. It preserves the context people need to verify the result, then makes the structured output easy to take forward.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2E54B70-3376-18BE-56BD-5BB8BA701776}" type="slidenum">
              <a:rPr>
                <a:solidFill>
                  <a:srgbClr val="F5F5F5"/>
                </a:solidFill>
              </a:rPr>
              <a:t>08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Validation makes uncertainty visible instead of hiding it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Every response is checked against the chosen schema before it reaches the result panel.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Clear field status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Validated values are shown as structured output. Missing or mismatched values remain null, so unclear information is never silently invented.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Validated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Needs review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Missing values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Raw JSON available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rPr>
                <a:solidFill>
                  <a:srgbClr val="F5F5F5"/>
                </a:solidFill>
              </a:rPr>
              <a:t>09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Four layers turn text into trusted structured output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React + TypeScript keep source, schema, and results together.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FastAPI delivers a focused extraction endpoint.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Gemini proposes values from raw text.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Pydantic enforces types and exposes uncertainty.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rgbClr val="F5F5F5"/>
                </a:solidFill>
              </a:rPr>
              <a:t>10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The extraction flow stays simple, even when the source is not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Gemini reads the meaning of the text against the selected schema.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Paste a paragraph, email, note, or invoice—without requiring a fixed format.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Strict validation returns dependable values and makes gaps clear.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rgbClr val="F5F5F5"/>
                </a:solidFill>
              </a:rPr>
              <a:t>11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</a:rPr>
              <a:t>Results are ready for review and next steps</a:t>
            </a:r>
          </a:p>
        </p:txBody>
      </p:sp>
      <p:cxnSp>
        <p:nvCxnSpPr>
          <p:cNvPr id="29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Review fields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See each value, its type, and its validation status at a glance.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Use the JSON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Copy structured output or download a clean JSON file.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Keep context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Recent session runs stay available in the browser for comparison.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F5F5F5"/>
                </a:solidFill>
                <a:latin typeface="Helvetica Neue"/>
                <a:ea typeface="Helvetica Neue"/>
                <a:cs typeface="Helvetica Neue"/>
              </a:rPr>
              <a:t>CONTINUITY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rgbClr val="F5F5F5"/>
                </a:solidFill>
              </a:rPr>
              <a:t>Make raw text</a:t>
            </a:r>
          </a:p>
          <a:p xmlns:a="http://schemas.openxmlformats.org/drawingml/2006/main">
            <a:r>
              <a:rPr sz="7200">
                <a:solidFill>
                  <a:srgbClr val="F5F5F5"/>
                </a:solidFill>
              </a:rPr>
              <a:t>usable data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5F5F5"/>
                </a:solidFill>
              </a:rPr>
              <a:t>JSON Genie</a:t>
            </a:r>
          </a:p>
          <a:p xmlns:a="http://schemas.openxmlformats.org/drawingml/2006/main">
            <a:r>
              <a:rPr sz="2000">
                <a:solidFill>
                  <a:srgbClr val="F5F5F5"/>
                </a:solidFill>
              </a:rPr>
              <a:t>Schema-led extraction with visible validation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rgbClr val="F5F5F5"/>
                </a:solidFill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2026-07-15T14:34:22.0950000Z</dcterms:created>
  <dcterms:modified xsi:type="dcterms:W3CDTF">2026-07-15T14:34:22.0950000Z</dcterms:modified>
</coreProperties>
</file>